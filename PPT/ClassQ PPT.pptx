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18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9525">
            <a:solidFill>
              <a:srgbClr val="F7F8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137160"/>
            <a:ext cx="5303520" cy="7315200"/>
          </a:xfrm>
          <a:prstGeom prst="rect">
            <a:avLst/>
          </a:prstGeom>
          <a:solidFill>
            <a:srgbClr val="E8F2EE"/>
          </a:solidFill>
          <a:ln w="9525">
            <a:solidFill>
              <a:srgbClr val="E8F2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"/>
            <a:ext cx="0" cy="55778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9436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Team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60704"/>
            <a:ext cx="4937760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94944" y="1901952"/>
            <a:ext cx="4937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 질문 기반 수업 피드백 시스템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" y="2340864"/>
            <a:ext cx="480060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막힌 지점을 익명으로 남기고, 공감-답변-추가질문-해결 흐름으로 수업 이해도를 추적합니다.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3310128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83280"/>
            <a:ext cx="459943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메시지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모으는 게시판이 아니라, 이해될 때까지 남는 수업 피드백 루프입니다.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932688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76872" y="1078992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0024" y="1115568"/>
            <a:ext cx="60350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6976872" y="1380744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등록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95360" y="1353312"/>
            <a:ext cx="329184" cy="0"/>
          </a:xfrm>
          <a:prstGeom prst="line">
            <a:avLst/>
          </a:prstGeom>
          <a:noFill/>
          <a:ln w="1524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932688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17152" y="1078992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1115568"/>
            <a:ext cx="60350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AGREE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9217152" y="1380744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궁금해요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835640" y="1353312"/>
            <a:ext cx="329184" cy="0"/>
          </a:xfrm>
          <a:prstGeom prst="line">
            <a:avLst/>
          </a:prstGeom>
          <a:noFill/>
          <a:ln w="1524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12280" y="2258568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6872" y="2404872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2441448"/>
            <a:ext cx="60350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6976872" y="2706624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답변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95360" y="2679192"/>
            <a:ext cx="329184" cy="0"/>
          </a:xfrm>
          <a:prstGeom prst="line">
            <a:avLst/>
          </a:prstGeom>
          <a:noFill/>
          <a:ln w="1524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52560" y="2258568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17152" y="2404872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0304" y="2441448"/>
            <a:ext cx="60350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FOLLOW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9217152" y="2706624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질문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835640" y="2679192"/>
            <a:ext cx="329184" cy="0"/>
          </a:xfrm>
          <a:prstGeom prst="line">
            <a:avLst/>
          </a:prstGeom>
          <a:noFill/>
          <a:ln w="1524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12280" y="3584448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76872" y="3730752"/>
            <a:ext cx="749808" cy="219456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9525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0024" y="3767328"/>
            <a:ext cx="60350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976872" y="4032504"/>
            <a:ext cx="1417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해결됨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4944" y="5440680"/>
            <a:ext cx="3840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차지환 · 한영탁 · 이연수 · 김영인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4944" y="5724144"/>
            <a:ext cx="1325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발표 자료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흐름은 문제에서 구현 검증까지 한 번에 이어집니다.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배경, 데이터 구조, 권한 흐름, 화면 구현, 시연 순서로 설명합니다.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938528"/>
            <a:ext cx="457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81328" y="1920240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901952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소개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45920" y="2176272"/>
            <a:ext cx="3429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역할과 산출물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199632" y="178308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938528"/>
            <a:ext cx="457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67728" y="1920240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901952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0" y="2176272"/>
            <a:ext cx="3429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공백 문제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13232" y="2770632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926080"/>
            <a:ext cx="457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81328" y="2907792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2889504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컨셉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645920" y="3163824"/>
            <a:ext cx="3429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흐름 추적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199632" y="2770632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2926080"/>
            <a:ext cx="457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67728" y="2907792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889504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0" y="3163824"/>
            <a:ext cx="3429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기반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13232" y="3758184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3913632"/>
            <a:ext cx="457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81328" y="3895344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3877056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기능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645920" y="4151376"/>
            <a:ext cx="3429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권한과 액션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199632" y="3758184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3913632"/>
            <a:ext cx="457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67728" y="3895344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3877056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Diagrams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132320" y="4151376"/>
            <a:ext cx="3429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/ Sequence / Use Case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713232" y="4745736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481328" y="4882896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0" y="4864608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화면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645920" y="5138928"/>
            <a:ext cx="3429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로그인, 목록, 작성, 상세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199632" y="4745736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4224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67728" y="4882896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4864608"/>
            <a:ext cx="1508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시연/개선점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132320" y="5138928"/>
            <a:ext cx="3429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흐름과 확장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713232" y="5815584"/>
            <a:ext cx="10716768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" y="5888736"/>
            <a:ext cx="10424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포인트: 원본 목차의 단순 번호 나열을 발표 서사 흐름으로 재배치했습니다.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소개는 사람별 담당 영역과 발표 기여가 바로 보이도록 재구성했습니다.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placeholder(역할/한것)를 발표 가능한 기여 영역 카드로 정리했습니다.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828800"/>
            <a:ext cx="2450592" cy="331012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2121408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212848"/>
            <a:ext cx="621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00784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차지환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00784" y="2450592"/>
            <a:ext cx="1115568" cy="237744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73936" y="2487168"/>
            <a:ext cx="9692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리딩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969264" y="2999232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 정리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69264" y="3474720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구조 점검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69264" y="3950208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2144" y="3849624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시나리오 조율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502152" y="1828800"/>
            <a:ext cx="2450592" cy="331012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58184" y="2121408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2212848"/>
            <a:ext cx="621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89704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한영탁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489704" y="2450592"/>
            <a:ext cx="1115568" cy="237744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2856" y="2487168"/>
            <a:ext cx="9692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질문/응답 로직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3758184" y="2999232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41064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Question·Response 모델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3758184" y="3474720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41064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전환 흐름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758184" y="3950208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1064" y="3849624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조건 검수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291072" y="1828800"/>
            <a:ext cx="2450592" cy="331012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47104" y="2121408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2212848"/>
            <a:ext cx="621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78624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이연수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278624" y="2450592"/>
            <a:ext cx="1115568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51776" y="2487168"/>
            <a:ext cx="9692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UI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6547104" y="2999232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구성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547104" y="3474720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카드·상태 배지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547104" y="3950208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9984" y="3849624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Bootstrap/CSS 정리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9079992" y="1828800"/>
            <a:ext cx="2450592" cy="331012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36024" y="2121408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36024" y="2212848"/>
            <a:ext cx="621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67544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김영인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0067544" y="2450592"/>
            <a:ext cx="1115568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40696" y="2487168"/>
            <a:ext cx="9692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검증/문서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9336024" y="2999232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18904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seed/mock 데이터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9336024" y="3474720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18904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README·구조 문서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9336024" y="3950208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18904" y="3849624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체크리스트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841248" y="5559552"/>
            <a:ext cx="10469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7552" y="5632704"/>
            <a:ext cx="1017727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 실제 담당과 다르면 이 장만 이름별 문구를 바꾸면 됩니다. 레이아웃은 그대로 유지되도록 설계했습니다.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 수업에서는 질문이 남지 않아 같은 막힘이 반복됩니다.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부담, 강사의 우선순위 파악 어려움, 해결 여부 부재가 핵심 문제입니다.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719072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29384"/>
            <a:ext cx="146304" cy="146304"/>
          </a:xfrm>
          <a:prstGeom prst="roundRect">
            <a:avLst>
              <a:gd name="adj" fmla="val 37500"/>
            </a:avLst>
          </a:prstGeom>
          <a:solidFill>
            <a:srgbClr val="EF4444"/>
          </a:solidFill>
          <a:ln w="9525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1280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부담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07008" y="2103120"/>
            <a:ext cx="3611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초보자는 '나만 모르는 것 같다'는 부담으로 손을 들기 어렵습니다.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13232" y="2816352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26664"/>
            <a:ext cx="146304" cy="146304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898648"/>
            <a:ext cx="1280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질문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07008" y="3200400"/>
            <a:ext cx="3611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질문이 여러 번 나오지만 기록되지 않아 재사용이 어렵습니다.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13232" y="3913632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123944"/>
            <a:ext cx="146304" cy="146304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995928"/>
            <a:ext cx="1280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확인 부재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07008" y="4297680"/>
            <a:ext cx="3611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올라와도 질문자가 이해했는지 추적하기 어렵습니다.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400800" y="1481328"/>
            <a:ext cx="4553712" cy="3986784"/>
          </a:xfrm>
          <a:prstGeom prst="roundRect">
            <a:avLst>
              <a:gd name="adj" fmla="val 1376"/>
            </a:avLst>
          </a:prstGeom>
          <a:solidFill>
            <a:srgbClr val="17202A"/>
          </a:solidFill>
          <a:ln w="9525">
            <a:solidFill>
              <a:srgbClr val="1720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공백이 만드는 수업 손실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48272" y="2487168"/>
            <a:ext cx="3566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267712"/>
            <a:ext cx="1188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질문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046720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9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바로 표현되지 않는 막힘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48272" y="3328416"/>
            <a:ext cx="3566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108960"/>
            <a:ext cx="1188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늦은 답변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046720" y="3108960"/>
            <a:ext cx="2240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9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어느 질문이 급한지 파악 지연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48272" y="4169664"/>
            <a:ext cx="3566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3950208"/>
            <a:ext cx="1188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설명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046720" y="3950208"/>
            <a:ext cx="2240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9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수업에서 같은 주제 재발생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48272" y="4873752"/>
            <a:ext cx="3566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ClassQ는 질문을 익명으로 남기고, 공감 수와 상태를 통해 강사가 수업 이해도를 읽을 수 있게 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ClassQ의 핵심은 질문이 해결될 때까지 상태를 남기는 것입니다.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Q&amp;A가 아니라 작성자 중심의 해결 루프를 데이터로 관리합니다.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16642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38658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459736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등록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417320" y="2660904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269748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2459736" y="2798064"/>
            <a:ext cx="457200" cy="0"/>
          </a:xfrm>
          <a:prstGeom prst="line">
            <a:avLst/>
          </a:prstGeom>
          <a:noFill/>
          <a:ln w="1524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53512" y="2148840"/>
            <a:ext cx="16642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8104" y="238658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2459736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93592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궁금해요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593592" y="2660904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6744" y="269748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AGREE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4636008" y="2798064"/>
            <a:ext cx="457200" cy="0"/>
          </a:xfrm>
          <a:prstGeom prst="line">
            <a:avLst/>
          </a:prstGeom>
          <a:noFill/>
          <a:ln w="1524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29784" y="2148840"/>
            <a:ext cx="16642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94376" y="238658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94376" y="2459736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9864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답변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5769864" y="2660904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43016" y="269748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ANSWERED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6812280" y="2798064"/>
            <a:ext cx="457200" cy="0"/>
          </a:xfrm>
          <a:prstGeom prst="line">
            <a:avLst/>
          </a:prstGeom>
          <a:noFill/>
          <a:ln w="1524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06056" y="2148840"/>
            <a:ext cx="16642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0648" y="23865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0648" y="2459736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46136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질문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7946136" y="2660904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19288" y="269748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FOLLOW_UP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8988552" y="2798064"/>
            <a:ext cx="457200" cy="0"/>
          </a:xfrm>
          <a:prstGeom prst="line">
            <a:avLst/>
          </a:prstGeom>
          <a:noFill/>
          <a:ln w="1524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482328" y="2148840"/>
            <a:ext cx="166420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2386584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46920" y="2459736"/>
            <a:ext cx="384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22408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처리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10122408" y="2660904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9525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95560" y="269748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RESOLVED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822960" y="406908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E8F2E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9848" y="4315968"/>
            <a:ext cx="731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0" y="4224528"/>
            <a:ext cx="35204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강사는 답변할 수 있지만 해결 여부는 질문 작성자만 판단합니다.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6263640" y="406908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6E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4315968"/>
            <a:ext cx="731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69480" y="4224528"/>
            <a:ext cx="349300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답변과 추가 질문은 Response 타임라인으로 한 흐름에 기록합니다.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MVP는 Django와 SQLite로 빠르게 검증 가능한 구조를 선택했습니다.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Q&amp;A 흐름을 우선 완성하고, 배포/확장 지점은 이후 단계로 분리했습니다.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224028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130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093976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Language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33272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/ CSS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66160" y="1874520"/>
            <a:ext cx="224028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2130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2093976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Framework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22192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5.2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1874520"/>
            <a:ext cx="224028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130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2093976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11112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ORM Models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0" y="1874520"/>
            <a:ext cx="224028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2130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37192" y="2093976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400032" y="2514600"/>
            <a:ext cx="173736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/ GitHub</a:t>
            </a:r>
          </a:p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</a:t>
            </a:r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0120" y="4389120"/>
            <a:ext cx="10241280" cy="877824"/>
          </a:xfrm>
          <a:prstGeom prst="roundRect">
            <a:avLst>
              <a:gd name="adj" fmla="val 6250"/>
            </a:avLst>
          </a:prstGeom>
          <a:solidFill>
            <a:srgbClr val="17202A"/>
          </a:solidFill>
          <a:ln w="9525">
            <a:solidFill>
              <a:srgbClr val="1720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617720"/>
            <a:ext cx="1005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4553712"/>
            <a:ext cx="76352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manage.py check 통과 - allauth deprecation 경고 1건은 기능 실패가 아닌 설정 업데이트 참고사항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960120" y="5605272"/>
            <a:ext cx="102412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6424" y="5678424"/>
            <a:ext cx="99486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발표에서는 '가볍지만 끝까지 동작하는 MVP'라는 기준을 먼저 설명하면 기술 선택의 설득력이 높아집니다.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SCOPE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기능은 질문 흐름, 권한, 조회/정렬을 중심으로 묶었습니다.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12개 항목을 사용자가 이해하기 쉬운 기능 그룹으로 재배치했습니다.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04672" y="1783080"/>
            <a:ext cx="4800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984248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020824"/>
            <a:ext cx="9326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인증/역할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1051560" y="238919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97864" y="2349573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로그아웃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1051560" y="264522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7864" y="2605605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1051560" y="290125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2861637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선택 Profile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245352" y="1783080"/>
            <a:ext cx="4800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984248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020824"/>
            <a:ext cx="9326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492240" y="2380485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2340864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등록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492240" y="2636517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2596896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목록·상세 조회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492240" y="2892549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2852928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필터 / 공감순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04672" y="3611880"/>
            <a:ext cx="4800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813048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3849624"/>
            <a:ext cx="9326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1051560" y="4209285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97864" y="4169664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강사/조교 답변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1051560" y="4465317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97864" y="4425696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추가 질문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051560" y="4721349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97864" y="4681728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수락 / 해결 처리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6245352" y="3611880"/>
            <a:ext cx="4800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3813048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9672" y="3849624"/>
            <a:ext cx="9326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6492240" y="4209285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4160955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seed/mock 데이터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6492240" y="4465317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4416987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 초안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6492240" y="4721349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544" y="4673019"/>
            <a:ext cx="36393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조건 검수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804672" y="5650992"/>
            <a:ext cx="10808208" cy="384048"/>
          </a:xfrm>
          <a:prstGeom prst="roundRect">
            <a:avLst>
              <a:gd name="adj" fmla="val 14286"/>
            </a:avLst>
          </a:prstGeom>
          <a:solidFill>
            <a:srgbClr val="EFF4F1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5742432"/>
            <a:ext cx="99669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기준: 상태 배지 변화, 권한 제한, 공감순 정렬, Response 타임라인이 보이면 MVP 목적 달성입니다.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071E1BFD-1BAD-1EC4-4ED0-5F32642CE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12" y="1105994"/>
            <a:ext cx="11137392" cy="533138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ERD는 질문, 응답, 공감, 태그, 역할 프로필의 관계를 한눈에 보여줍니다.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해결 시퀀스는 작성자 중심으로 OPEN에서 RESOLVED까지 이어집니다.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조건과 상태 변경 위치를 메시지 흐름 안에 배치했습니다.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7373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47088"/>
            <a:ext cx="16459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작성자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828800" y="2240280"/>
            <a:ext cx="0" cy="3063240"/>
          </a:xfrm>
          <a:prstGeom prst="line">
            <a:avLst/>
          </a:prstGeom>
          <a:noFill/>
          <a:ln w="1270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17373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47088"/>
            <a:ext cx="16459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17720" y="2240280"/>
            <a:ext cx="0" cy="3063240"/>
          </a:xfrm>
          <a:prstGeom prst="line">
            <a:avLst/>
          </a:prstGeom>
          <a:noFill/>
          <a:ln w="127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7373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47088"/>
            <a:ext cx="16459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학생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406640" y="2240280"/>
            <a:ext cx="0" cy="3063240"/>
          </a:xfrm>
          <a:prstGeom prst="line">
            <a:avLst/>
          </a:prstGeom>
          <a:noFill/>
          <a:ln w="1270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7373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847088"/>
            <a:ext cx="16459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강사/조교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0195560" y="2240280"/>
            <a:ext cx="0" cy="3063240"/>
          </a:xfrm>
          <a:prstGeom prst="line">
            <a:avLst/>
          </a:prstGeom>
          <a:noFill/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2514600"/>
            <a:ext cx="27889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920240" y="2368296"/>
            <a:ext cx="2606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/ask - 질문 등록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 flipH="1">
            <a:off x="1828800" y="2862072"/>
            <a:ext cx="2788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920240" y="2715768"/>
            <a:ext cx="2606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Question(OPEN) 생성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 flipH="1">
            <a:off x="4617720" y="3209544"/>
            <a:ext cx="27889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709160" y="3063240"/>
            <a:ext cx="2606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/agree - 공감 토글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 flipH="1">
            <a:off x="4617720" y="3557016"/>
            <a:ext cx="557784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709160" y="3410712"/>
            <a:ext cx="53949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작성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 flipH="1">
            <a:off x="1828800" y="3904488"/>
            <a:ext cx="27889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920240" y="3758184"/>
            <a:ext cx="2606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ANSWERED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1828800" y="4251960"/>
            <a:ext cx="2788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920240" y="4105656"/>
            <a:ext cx="2606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질문 작성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 flipH="1">
            <a:off x="4617720" y="4599432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709160" y="4453128"/>
            <a:ext cx="53949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재답변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1828800" y="4946904"/>
            <a:ext cx="2788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920240" y="4800600"/>
            <a:ext cx="26060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 - 이해됐어요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914400" y="5623560"/>
            <a:ext cx="101955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" y="5696712"/>
            <a:ext cx="990295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답변은 강사/조교가 만들지만, 최종 해결 상태는 질문 작성자 액션으로 닫힙니다.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B26491D9-7F46-B023-4A09-B1E67EDF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3" y="1358536"/>
            <a:ext cx="11254154" cy="509712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학생과 강사/조교의 권한을 분리해 시연 포인트를 명확하게 만들었습니다.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URL은 화면 진입과 POST 액션을 분리해 권한 흐름을 단순화했습니다.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코드의 `questions/urls.py` 기준으로 발표용 라우팅 맵을 다시 정리했습니다.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1901952" cy="333756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975104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011680"/>
            <a:ext cx="9326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공개/탐색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" y="245059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68680" y="269748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6207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/home/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68680" y="310896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7355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/board/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68680" y="352044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8503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/hall-of-fame/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68680" y="393192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53512" y="1737360"/>
            <a:ext cx="1901952" cy="333756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8104" y="1975104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1256" y="2011680"/>
            <a:ext cx="9326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인증/역할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136392" y="245059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/login/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36392" y="269748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286207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/signup/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36392" y="310896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36392" y="327355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/select-role/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36392" y="352044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6392" y="368503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/logout/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136392" y="393192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21224" y="1737360"/>
            <a:ext cx="1901952" cy="333756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85816" y="1975104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58968" y="2011680"/>
            <a:ext cx="9326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화면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04104" y="245059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/ask/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04104" y="269748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04104" y="286207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/questions/&lt;pk&gt;/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04104" y="310896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04104" y="327355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/questions/&lt;pk&gt;/edit/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04104" y="352044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88936" y="1737360"/>
            <a:ext cx="1901952" cy="333756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53528" y="1975104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6680" y="2011680"/>
            <a:ext cx="9326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액션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671816" y="245059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/questions/&lt;pk&gt;/agree/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671816" y="269748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71816" y="286207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/questions/&lt;pk&gt;/resolve/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671816" y="310896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71816" y="327355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/responses/&lt;id&gt;/accept/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671816" y="352044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56648" y="1737360"/>
            <a:ext cx="1901952" cy="333756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21240" y="1975104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9525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94392" y="2011680"/>
            <a:ext cx="9326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강사용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939528" y="2450592"/>
            <a:ext cx="153619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/teacher/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939528" y="2697480"/>
            <a:ext cx="1417320" cy="0"/>
          </a:xfrm>
          <a:prstGeom prst="line">
            <a:avLst/>
          </a:prstGeom>
          <a:noFill/>
          <a:ln w="8255">
            <a:solidFill>
              <a:srgbClr val="EDF1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" y="5504688"/>
            <a:ext cx="107899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6112" y="5577840"/>
            <a:ext cx="1049731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포인트: 버튼과 폼 제출은 POST 전용 URL로 처리하고, 처리 후 상세/목록 화면으로 redirect합니다.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9B8D8D2-54C2-493C-04F1-FA65271A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1463040"/>
            <a:ext cx="5085588" cy="427029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SCREENS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 err="1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목록은 수업 중 빠르게 훑을 수 있는 화면으로 정리했습니다.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9808" y="5897880"/>
            <a:ext cx="107167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" y="5971032"/>
            <a:ext cx="104241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개선: 목록 화면의 핵심 요소를 상태 배지, 태그, 공감 수, 정렬 기준으로 묶어 시연 포인트가 보이게 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SCREENS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작성과 상세 화면은 Response 타임라인이 핵심입니다.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폼, 태그 선택, 강사 답변, 학생 추가 질문, 해결 버튼을 한 장에서 비교합니다.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664208"/>
            <a:ext cx="507492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64208"/>
            <a:ext cx="5074920" cy="347472"/>
          </a:xfrm>
          <a:prstGeom prst="roundRect">
            <a:avLst>
              <a:gd name="adj" fmla="val 15789"/>
            </a:avLst>
          </a:prstGeom>
          <a:solidFill>
            <a:srgbClr val="E8EFEA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783080"/>
            <a:ext cx="73152" cy="73152"/>
          </a:xfrm>
          <a:prstGeom prst="ellipse">
            <a:avLst/>
          </a:prstGeom>
          <a:solidFill>
            <a:srgbClr val="D84A4A"/>
          </a:solidFill>
          <a:ln w="12700">
            <a:solidFill>
              <a:srgbClr val="D8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783080"/>
            <a:ext cx="73152" cy="7315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1783080"/>
            <a:ext cx="73152" cy="73152"/>
          </a:xfrm>
          <a:prstGeom prst="ellipse">
            <a:avLst/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1737360"/>
            <a:ext cx="40690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 / ask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97280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등록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2743200"/>
            <a:ext cx="3886200" cy="347472"/>
          </a:xfrm>
          <a:prstGeom prst="roundRect">
            <a:avLst>
              <a:gd name="adj" fmla="val 15789"/>
            </a:avLst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2852928"/>
            <a:ext cx="16916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제목은 간결하게 입력해주세요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097280" y="3255264"/>
            <a:ext cx="3886200" cy="868680"/>
          </a:xfrm>
          <a:prstGeom prst="roundRect">
            <a:avLst>
              <a:gd name="adj" fmla="val 6316"/>
            </a:avLst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3401568"/>
            <a:ext cx="23774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부분이 어려운지 구체적으로 설명해주세요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097280" y="4315968"/>
            <a:ext cx="658368" cy="201168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352544"/>
            <a:ext cx="51206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1865376" y="4315968"/>
            <a:ext cx="658368" cy="201168"/>
          </a:xfrm>
          <a:prstGeom prst="roundRect">
            <a:avLst>
              <a:gd name="adj" fmla="val 27273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38528" y="4352544"/>
            <a:ext cx="51206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URLConf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633472" y="4315968"/>
            <a:ext cx="658368" cy="201168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6624" y="4352544"/>
            <a:ext cx="51206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3886200" y="4718304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4818888"/>
            <a:ext cx="713232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00800" y="1664208"/>
            <a:ext cx="507492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664208"/>
            <a:ext cx="5074920" cy="347472"/>
          </a:xfrm>
          <a:prstGeom prst="roundRect">
            <a:avLst>
              <a:gd name="adj" fmla="val 15789"/>
            </a:avLst>
          </a:prstGeom>
          <a:solidFill>
            <a:srgbClr val="E8EFEA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1783080"/>
            <a:ext cx="73152" cy="73152"/>
          </a:xfrm>
          <a:prstGeom prst="ellipse">
            <a:avLst/>
          </a:prstGeom>
          <a:solidFill>
            <a:srgbClr val="D84A4A"/>
          </a:solidFill>
          <a:ln w="12700">
            <a:solidFill>
              <a:srgbClr val="D84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1783080"/>
            <a:ext cx="73152" cy="7315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67728" y="1783080"/>
            <a:ext cx="73152" cy="73152"/>
          </a:xfrm>
          <a:prstGeom prst="ellipse">
            <a:avLst/>
          </a:prstGeom>
          <a:solidFill>
            <a:srgbClr val="2FA66A"/>
          </a:solidFill>
          <a:ln w="12700">
            <a:solidFill>
              <a:srgbClr val="2FA6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1737360"/>
            <a:ext cx="40690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 / questions/1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29984" y="2267712"/>
            <a:ext cx="3017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URL 연결이 이해되지 않습니다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9985248" y="2240280"/>
            <a:ext cx="804672" cy="228600"/>
          </a:xfrm>
          <a:prstGeom prst="roundRect">
            <a:avLst>
              <a:gd name="adj" fmla="val 24000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2276856"/>
            <a:ext cx="658368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ANSWERED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729984" y="2706624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7F8F6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2834640"/>
            <a:ext cx="164592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 학생의 질문 본문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812280" y="3456432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67144" y="3566160"/>
            <a:ext cx="0" cy="329184"/>
          </a:xfrm>
          <a:prstGeom prst="line">
            <a:avLst/>
          </a:prstGeom>
          <a:noFill/>
          <a:ln w="8890">
            <a:solidFill>
              <a:srgbClr val="D4DD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3401568"/>
            <a:ext cx="8229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답변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7818120" y="3401568"/>
            <a:ext cx="25146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urls.py의 path와 include 흐름을 먼저 확인합니다.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6812280" y="395935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67144" y="4069080"/>
            <a:ext cx="0" cy="329184"/>
          </a:xfrm>
          <a:prstGeom prst="line">
            <a:avLst/>
          </a:prstGeom>
          <a:noFill/>
          <a:ln w="8890">
            <a:solidFill>
              <a:srgbClr val="D4DD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9168" y="3904488"/>
            <a:ext cx="8229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추가 질문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7818120" y="3904488"/>
            <a:ext cx="25146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name 속성은 어디서 쓰이나요?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6812280" y="4462272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67144" y="4572000"/>
            <a:ext cx="0" cy="329184"/>
          </a:xfrm>
          <a:prstGeom prst="line">
            <a:avLst/>
          </a:prstGeom>
          <a:noFill/>
          <a:ln w="8890">
            <a:solidFill>
              <a:srgbClr val="D4DD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4407408"/>
            <a:ext cx="8229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재답변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7818120" y="4407408"/>
            <a:ext cx="25146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template의 url 태그와 redirect에서 사용됩니다.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9784080" y="4956048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93808" y="5047488"/>
            <a:ext cx="59436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해결됨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시연은 상태 배지와 권한 제한이 바뀌는 순간을 중심으로 보여줍니다.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모두 클릭하기보다 질문 하나의 생명주기를 완주하는 데 집중합니다.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810512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81328" y="1947672"/>
            <a:ext cx="1143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로그인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24128" y="2377440"/>
            <a:ext cx="1700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Profile.role=student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962656" y="2377440"/>
            <a:ext cx="502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84448" y="1810512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95681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42816" y="1947672"/>
            <a:ext cx="1143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등록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785616" y="2377440"/>
            <a:ext cx="1700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Question.status=OPEN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724144" y="2377440"/>
            <a:ext cx="502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45936" y="1810512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95681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04304" y="1947672"/>
            <a:ext cx="1143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 클릭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547104" y="2377440"/>
            <a:ext cx="1700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QuestionAgree unique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485632" y="2377440"/>
            <a:ext cx="502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07424" y="1810512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72016" y="195681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65792" y="1947672"/>
            <a:ext cx="1143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공감순 확인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308592" y="2377440"/>
            <a:ext cx="1700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상승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22960" y="3639312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378561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81328" y="3776472"/>
            <a:ext cx="1143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답변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024128" y="4206240"/>
            <a:ext cx="1700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Response.ANSWER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2962656" y="4206240"/>
            <a:ext cx="502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584448" y="3639312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78561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42816" y="3776472"/>
            <a:ext cx="1143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질문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3785616" y="4206240"/>
            <a:ext cx="1700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Response.FOLLOW_UP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724144" y="4206240"/>
            <a:ext cx="502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45936" y="3639312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378561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04304" y="3776472"/>
            <a:ext cx="1143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재답변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6547104" y="4206240"/>
            <a:ext cx="1700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ANSWERED 유지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485632" y="4206240"/>
            <a:ext cx="502920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07424" y="3639312"/>
            <a:ext cx="2148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72016" y="3785616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765792" y="3776472"/>
            <a:ext cx="1143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처리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9308592" y="4206240"/>
            <a:ext cx="1700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RESOLVED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9162288" y="2953512"/>
            <a:ext cx="0" cy="658368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41248" y="5742432"/>
            <a:ext cx="10442448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552" y="5815584"/>
            <a:ext cx="10149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성공 기준: OPEN -&gt; ANSWERED -&gt; FOLLOW_UP -&gt; RESOLVED 상태 변화와 학생/강사 권한 차이가 보이면 충분합니다.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확장은 대시보드, 알림, AI 보조 순서로 MVP 위에 쌓습니다.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8778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질문-공감-답변-추가질문-해결 루프 완성에 집중했습니다.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51560" y="1645920"/>
            <a:ext cx="9966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965960"/>
            <a:ext cx="0" cy="3337560"/>
          </a:xfrm>
          <a:prstGeom prst="line">
            <a:avLst/>
          </a:prstGeom>
          <a:noFill/>
          <a:ln w="13970">
            <a:solidFill>
              <a:srgbClr val="D4DD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3749040"/>
            <a:ext cx="9052560" cy="0"/>
          </a:xfrm>
          <a:prstGeom prst="line">
            <a:avLst/>
          </a:prstGeom>
          <a:noFill/>
          <a:ln w="13970">
            <a:solidFill>
              <a:srgbClr val="D4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810512"/>
            <a:ext cx="731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0" y="5394960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Effort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20240" y="2286000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F7F8F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2395728"/>
            <a:ext cx="13716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 대시보드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084832" y="2596896"/>
            <a:ext cx="24871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미답변, 공감 TOP, 태그별 질문 수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6400800" y="2423160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F7F8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532888"/>
            <a:ext cx="13716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개인 대시보드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565392" y="2734056"/>
            <a:ext cx="24871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질문과 공감한 질문 관리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2331720" y="4160520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F7F8F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4270248"/>
            <a:ext cx="13716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기능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2496312" y="4471416"/>
            <a:ext cx="24871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답변, 추가 질문, 해결 이벤트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565392" y="4224528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F7F8F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4334256"/>
            <a:ext cx="13716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 도우미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729984" y="4535424"/>
            <a:ext cx="248716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질문 초안 답변 및 자료 추천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1051560" y="6053328"/>
            <a:ext cx="9966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97864" y="6126480"/>
            <a:ext cx="967435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문장: 다음 단계는 기능을 늘리는 것이 아니라, 질문 데이터가 수업 개선에 쓰이도록 분석과 알림을 붙이는 것입니다.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29260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694944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사라지지 않으면,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이해도도 추적할 수 있습니다.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" y="3063240"/>
            <a:ext cx="2331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9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 Team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67861" y="1143000"/>
            <a:ext cx="3767328" cy="3291840"/>
          </a:xfrm>
          <a:prstGeom prst="roundRect">
            <a:avLst>
              <a:gd name="adj" fmla="val 1667"/>
            </a:avLst>
          </a:prstGeom>
          <a:solidFill>
            <a:srgbClr val="22313A"/>
          </a:solidFill>
          <a:ln w="9525">
            <a:solidFill>
              <a:srgbClr val="3547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51909" y="1572768"/>
            <a:ext cx="594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819421" y="1572768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부담과 반복 질문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151909" y="1883664"/>
            <a:ext cx="2788920" cy="0"/>
          </a:xfrm>
          <a:prstGeom prst="line">
            <a:avLst/>
          </a:prstGeom>
          <a:noFill/>
          <a:ln w="10160">
            <a:solidFill>
              <a:srgbClr val="4153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1909" y="2212848"/>
            <a:ext cx="594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819421" y="2212848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 질문과 공감 기반 우선순위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151909" y="2523744"/>
            <a:ext cx="2788920" cy="0"/>
          </a:xfrm>
          <a:prstGeom prst="line">
            <a:avLst/>
          </a:prstGeom>
          <a:noFill/>
          <a:ln w="10160">
            <a:solidFill>
              <a:srgbClr val="4153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1909" y="2852928"/>
            <a:ext cx="594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19421" y="2852928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MVP와 상태 흐름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51909" y="3163824"/>
            <a:ext cx="2788920" cy="0"/>
          </a:xfrm>
          <a:prstGeom prst="line">
            <a:avLst/>
          </a:prstGeom>
          <a:noFill/>
          <a:ln w="10160">
            <a:solidFill>
              <a:srgbClr val="4153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1909" y="3493008"/>
            <a:ext cx="594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819421" y="3493008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대시보드, 알림, AI 보조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6080760"/>
            <a:ext cx="10652760" cy="0"/>
          </a:xfrm>
          <a:prstGeom prst="line">
            <a:avLst/>
          </a:prstGeom>
          <a:noFill/>
          <a:ln w="10160">
            <a:solidFill>
              <a:srgbClr val="415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254496"/>
            <a:ext cx="3474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D9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차지환 · 한영탁 · 이연수 · 김영인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0378440" y="6236208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9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1233</Words>
  <Application>Microsoft Office PowerPoint</Application>
  <PresentationFormat>와이드스크린</PresentationFormat>
  <Paragraphs>322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ClassQ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ClassQ 발표자료 개선본</dc:title>
  <dc:subject>ClassQ presentation redesign</dc:subject>
  <dc:creator>Codex</dc:creator>
  <cp:lastModifiedBy>ji hwan cha</cp:lastModifiedBy>
  <cp:revision>8</cp:revision>
  <dcterms:created xsi:type="dcterms:W3CDTF">2026-06-04T02:41:51Z</dcterms:created>
  <dcterms:modified xsi:type="dcterms:W3CDTF">2026-06-04T03:24:14Z</dcterms:modified>
</cp:coreProperties>
</file>